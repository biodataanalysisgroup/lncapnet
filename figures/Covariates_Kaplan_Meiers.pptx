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61" r:id="rId4"/>
    <p:sldId id="257" r:id="rId5"/>
    <p:sldId id="258" r:id="rId6"/>
    <p:sldId id="262" r:id="rId7"/>
    <p:sldId id="259" r:id="rId8"/>
    <p:sldId id="260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E94DFD-5A1A-5CFB-C47C-E3C97584D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70C361CE-8AAE-EA1A-6E9F-AF6F1C3A6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159CEB3-F242-2540-20FF-E248AF4E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65731AF-7444-7A39-97C5-1628ACC2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6D7441C-8F14-3983-1A96-9DDBA196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9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74E2773-FF63-85B0-D9E5-7CAB4F7E7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8574FD4-9808-F3B5-EEEC-A1DE3A718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A76FBD5-E2D1-9207-BD5D-A2F1950C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9ADB0D0-0A30-2AAA-624A-9BC87C0B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1F855DD-BBE6-E31A-D26E-1CAEB445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5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BF09473-E566-6C76-DAC5-289ADDAA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8BF771A-D1B6-AF92-1B06-36D13C066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066CEAA-BFE1-F588-0F54-54ED2C35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6E1744B-076D-FFFB-D5BE-9A359ACD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E9FB34A-2582-43FF-CE29-C40F9532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4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B5B833A-58C6-ACE1-3FDC-D2521417A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6DACEA6-D737-A135-090B-A821B22E3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5510937-AB71-F594-2390-74D323203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BC6383C-4234-BE6E-3275-A672D6DD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E461A30-E41D-83F2-4B01-19CB01AA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12B4EFC-8151-1357-7B89-9E69020B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5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703AB6-FB07-F0AF-BFD7-84EFB36C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DA063271-DB78-7AF6-2A35-C5899FECC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1047AFDB-0F7C-F630-C25A-6935EC105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64D2B096-87BE-8351-BBDD-BF936210F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F88B1B4F-57F7-3974-09D1-F7E04B38E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B62BD4D9-F1DA-75AC-0967-EB582F87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00E7170E-E3BE-71C5-99E7-FCA0ED38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05669A8E-A5D2-2AF4-9189-DEBE412A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2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DEB0DE3-3A74-D7F2-7CE9-20860B1E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C9ED88AA-A943-73DA-DCE1-7ED8FCB1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3CC03501-7240-6E7C-F321-C395190E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616A9E3-7ADB-5045-6D04-F3564A8A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6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AE6F2870-3294-4949-F56E-FE54BFEC0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23500C72-3DC1-1736-2301-CBE0A213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3AC0318-928D-3693-03F2-83CB1F98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7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E199315-E95E-3EEC-5728-46144A23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6F992C7-A436-4585-6089-F4F4FAF95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44237796-E230-D185-A094-5E5757DC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A46349D-B170-ABAF-3A94-B0DDC67C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A98AC0CA-288C-6F8E-CA31-327F9663C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3A57901-7C86-792D-B26F-100CA614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CBBEFA2-E6B2-FACF-82AB-EF702DC9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63206A85-E18C-3ECF-045B-FA4E6F62A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82F5E6A0-713F-907D-65E9-A7D7CEE92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FB62EEF0-60EF-2231-1E59-6994187B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1E34C03D-0EE8-FE25-0954-4CF68F72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FD65EF95-DF2C-5053-81F6-CF8FC9C1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37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646BD7B-5407-AFE1-C2D9-9B8424B6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D95EDB7A-7314-03BD-873C-CC7F8EECB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900A6D3-5A29-9CA8-1D91-4EE7B0D3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67C6203-7EAC-35FE-E2BF-B9FF70DB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F11CF00-515B-76F4-F5DB-68476054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9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D4F2A992-15EB-56A5-A598-32CDD5A5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FB61F54-1AF2-3404-FC1D-3567082FF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24B57E1-1279-D1A1-EC29-113A25585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A115892-AC38-B4F8-BE4F-22896173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E2E80F3-E022-48F5-3DF8-97F465B1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06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39C6E0FA-4A0B-6DD5-2E7D-06380D5C3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1AC662D-E925-EE0B-DC1B-FC4A9AD09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5C587C1-B67A-B33F-4E61-A8FF5BCCA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18F81-2745-4D31-86FD-90D464050DE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B518198-0AF9-4653-DA57-79F7AAC65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0509691-BB16-2885-EA67-536C90EBE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2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D42FA-12BE-F062-99C0-86290456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F4F56-EC0F-E610-0446-C6B669CF6B65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Bubble Plot with Clinical Covariates</a:t>
            </a:r>
          </a:p>
        </p:txBody>
      </p:sp>
    </p:spTree>
    <p:extLst>
      <p:ext uri="{BB962C8B-B14F-4D97-AF65-F5344CB8AC3E}">
        <p14:creationId xmlns:p14="http://schemas.microsoft.com/office/powerpoint/2010/main" val="307589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F7F139-6157-545E-313B-69D54FED9B86}"/>
              </a:ext>
            </a:extLst>
          </p:cNvPr>
          <p:cNvSpPr txBox="1"/>
          <p:nvPr/>
        </p:nvSpPr>
        <p:spPr>
          <a:xfrm>
            <a:off x="329938" y="452487"/>
            <a:ext cx="6174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Clinical Covariates between BCMO’s metadata</a:t>
            </a: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04824040-D25E-0512-782A-9713FD4FC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65" y="980141"/>
            <a:ext cx="10823470" cy="537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DE1131-6A2B-A92D-4030-6E7E7C645C99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FOR SURVIVAL STATUS (OS)</a:t>
            </a:r>
          </a:p>
        </p:txBody>
      </p:sp>
    </p:spTree>
    <p:extLst>
      <p:ext uri="{BB962C8B-B14F-4D97-AF65-F5344CB8AC3E}">
        <p14:creationId xmlns:p14="http://schemas.microsoft.com/office/powerpoint/2010/main" val="3028341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Εικόνα 23">
            <a:extLst>
              <a:ext uri="{FF2B5EF4-FFF2-40B4-BE49-F238E27FC236}">
                <a16:creationId xmlns:a16="http://schemas.microsoft.com/office/drawing/2014/main" id="{60DE41B2-A545-7F1A-CE60-F15462289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257" y="1008245"/>
            <a:ext cx="4961827" cy="5745328"/>
          </a:xfrm>
          <a:prstGeom prst="rect">
            <a:avLst/>
          </a:prstGeom>
        </p:spPr>
      </p:pic>
      <p:pic>
        <p:nvPicPr>
          <p:cNvPr id="26" name="Εικόνα 25">
            <a:extLst>
              <a:ext uri="{FF2B5EF4-FFF2-40B4-BE49-F238E27FC236}">
                <a16:creationId xmlns:a16="http://schemas.microsoft.com/office/drawing/2014/main" id="{A43C710E-391F-AB82-569C-154875DB8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82" y="1008246"/>
            <a:ext cx="4961826" cy="5745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1762BF-4247-B58E-82C8-CDC2B51C73CE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BCMO [Expression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A58C4-3FE6-1C99-6848-D4FD6935C3C0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8E7F8-BAD2-E029-F6C2-04A1559959EB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20091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264912-B56A-8389-C9A6-05419E11E6D2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BCMO [Activity values]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1E83F-B1C8-A453-7F25-06698E0E381F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ADC4D-BDB4-DFA3-4C4C-C0A19D558AAA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5E42A792-6C75-EA76-6470-109A16E11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440" y="1166567"/>
            <a:ext cx="4868737" cy="5637538"/>
          </a:xfrm>
          <a:prstGeom prst="rect">
            <a:avLst/>
          </a:prstGeom>
        </p:spPr>
      </p:pic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3EA56D02-E2C1-2702-8C4D-7C686B1F3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14" y="1166568"/>
            <a:ext cx="4868736" cy="563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6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57D6-DE90-BF4B-2B46-48972745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A261B-4337-81D9-75D7-96D1096C729D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FOR TFT</a:t>
            </a:r>
          </a:p>
        </p:txBody>
      </p:sp>
    </p:spTree>
    <p:extLst>
      <p:ext uri="{BB962C8B-B14F-4D97-AF65-F5344CB8AC3E}">
        <p14:creationId xmlns:p14="http://schemas.microsoft.com/office/powerpoint/2010/main" val="2201556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CAEC-A335-0807-DEEC-8F820ACE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79832-F9D4-BD82-02EF-A8D39FF3DFED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TFT</a:t>
            </a:r>
            <a:r>
              <a:rPr lang="en-US" sz="2400" b="1" dirty="0"/>
              <a:t> in BCMO [Expression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A640D-C389-8D89-875F-2172E7F36BFB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31847-467A-7B45-C52B-77AE1E5124A4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377CF82A-5D44-B5F9-76E9-F1601FE83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214" y="947688"/>
            <a:ext cx="4869755" cy="5637537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FC1B535F-E6FA-AC2D-6C53-FC47015A2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31" y="947688"/>
            <a:ext cx="4868736" cy="563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9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DDDAC-E3BB-99D3-F482-234332C2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1E840C-D317-102D-CB95-5D3F0553849D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TFT</a:t>
            </a:r>
            <a:r>
              <a:rPr lang="en-US" sz="2400" b="1" dirty="0"/>
              <a:t> in BCMO [Activity values]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091FD-2E26-5C79-3D7D-1630DBA5CCB9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12ED6-CD09-9987-E141-10C7E7D724A2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CEEB977C-1CAF-DC42-2F41-4B124549A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992" y="985392"/>
            <a:ext cx="4869755" cy="5637537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9E2143CE-B036-5F36-707A-25119FA4D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77" y="985392"/>
            <a:ext cx="4868735" cy="563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16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73C7F-1CC3-0E24-6C6D-206847B6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1CEA3-1925-7405-2771-63FF11DED5CD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FOR TTT</a:t>
            </a:r>
          </a:p>
        </p:txBody>
      </p:sp>
    </p:spTree>
    <p:extLst>
      <p:ext uri="{BB962C8B-B14F-4D97-AF65-F5344CB8AC3E}">
        <p14:creationId xmlns:p14="http://schemas.microsoft.com/office/powerpoint/2010/main" val="2471843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AF959-E6C1-C203-F8EE-B82158C8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E0A7D7-4A89-362C-150A-EDBA3CAF864E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TTT</a:t>
            </a:r>
            <a:r>
              <a:rPr lang="en-US" sz="2400" b="1" dirty="0"/>
              <a:t> in BCMO [Expression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7F2AAB-D5C6-FDB8-1781-698AC516CC6B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AC11E6-0CA2-ED57-045F-382F785563F3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EA67B6A1-0BAC-2F02-4AD0-FFA659626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25" y="1060203"/>
            <a:ext cx="4868737" cy="5637538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1B4FC31D-F100-D7D5-C9F6-D96B8D87E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45" y="1060203"/>
            <a:ext cx="4868736" cy="563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30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48A4-35F9-C6D7-6512-12396E74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23962B-277B-90BC-D9AD-E3E1B7EF230A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TTT</a:t>
            </a:r>
            <a:r>
              <a:rPr lang="en-US" sz="2400" b="1" dirty="0"/>
              <a:t> in BCMO [Activity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51ED08-5B76-ECA6-C43E-374178277D09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F5D469-C234-FB0B-5EF9-368F230D2994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8F0E4906-9FE2-8F92-61F1-D354DF005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250" y="984790"/>
            <a:ext cx="4869756" cy="5637538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02AEABAF-A3D7-2FAA-63EC-CCE8E43F9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91" y="984791"/>
            <a:ext cx="4868736" cy="563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69825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110</Words>
  <Application>Microsoft Office PowerPoint</Application>
  <PresentationFormat>Ευρεία οθόνη</PresentationFormat>
  <Paragraphs>23</Paragraphs>
  <Slides>11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Θέμα του Office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Vasileios Vasileiou</dc:creator>
  <cp:lastModifiedBy>Vasileios Vasileiou</cp:lastModifiedBy>
  <cp:revision>8</cp:revision>
  <dcterms:created xsi:type="dcterms:W3CDTF">2025-08-27T09:03:15Z</dcterms:created>
  <dcterms:modified xsi:type="dcterms:W3CDTF">2025-08-27T13:47:50Z</dcterms:modified>
</cp:coreProperties>
</file>